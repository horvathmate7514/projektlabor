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65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871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~20 mp – Bárkányi Máté. Bemutatkozás: a csoport tagjai Bárkányi Máté, Horváth Máté és Kiss Barnabás; a leltározó és leltárkezelő alkalmazást fejlesztjük. Ma azt mutatjuk be, hogyan értelmeztük a problémát, mit tanultunk hasonló rendszerekből, és milyen irányban indulunk 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~40 mp – Bárkányi Máté. A leltár célja: a nyilvántartásban lévő eszközök fizikailag is megvannak-e. Négy fő nehézség: több kód egy eszközön; mennyiséges tételek; más körzetben előkerülő eszközök; a hely és a korábbi eredmények hiánya. Ezért nem elég egy Excel-tábla. Átadás: Horváth Máté.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~40 mp – Horváth Máté. Öt rendszert néztünk meg. Mindegyikből egy konkrét tanulságot hozunk: eseménynapló, módosítástörténet, elvárt vs. megszámolt mennyiség, időfüggő helyadat, gyors beolvasó felület. Egyik sem fedi le a teljes feladatot, és egyik sem asztali kliens – ez indokolja a saját rendszert.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~40 mp – Horváth Máté. Négy szerepkört azonosítottunk a valós leltározási folyamat alapján; a felelős személy nem feltétlenül felhasználó. Jobb oldalon a leltár életciklusa: import, időszak nyitása pillanatképpel, helyiségenkénti beolvasás, javítás, összehasonlítás, lezárás és riport. Átadás: Kiss Barnabás.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mtClean="0"/>
              <a:t>~45 mp – Kiss Barnabás. Ez a rendszer szíve. A vonalkódolvasó billentyűzetként ír a mezőbe; olvasó nélkül Ctrl+V-vel vagy demó móddal is működik. A szerver minősíti a beolvasást: megtalálva, más körzet, ismételt, többlet, ismeretlen – mindegyik rögzül, egyiket sem dobjuk el, javítani csak sztornóval lehet. Ezek a mi feltételezéseink, a dokumentációban indokoljuk őket.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~35 mp – Kiss Barnabás. A funkciókat MoSCoW szerint priorizáltuk. Bal oldalon a kötelező kör, középen amit egy valós rendszerben elvárnánk, jobbra a kiegészítő funkció jelöltek – ezekből 1–2-t a 3. alkalmon javaslunk jóváhagyásra. Átadás: Horváth Máté.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~45 mp – Horváth Máté (architektúra), majd Kiss Barnabás (adatmodell). Horváth Máté: vékony kliens, okos szerver – minden üzleti szabály az ASP.NET Core szerveren fut, a WPF kliens megjelenít és a szerver API-ját hívja. WPF és ASP.NET Core mellett döntöttünk: közös C# nyelv és .NET platform kliensen és szerveren. Az adatbázist és a kommunikációs protokollt a 3. alkalomig választjuk ki. Kiss Barnabás: az adatmodell négy területre bomlik; a lényeg, hogy az elvárt állomány és a leltáreredmények külön vannak, a hely és a felelős pedig érvényességi időszakkal tárolódik.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~35 mp – mindhárman, egy-egy mondatban a saját területükről. Bárkányi Máté: kliens és felhasználói élmény – GUI, leltározó képernyő, demó mód. Horváth Máté: szerver és üzleti logika – architektúra, API, leltárlogika. Kiss Barnabás: adat és minőség – adatmodell, import/export, tesztelés. Közösen: mindenki megvalósít egy teljes, végigérő funkciót is, és minden kódot egy másik tag néz át. A 3. alkalomig: a WPF + ASP.NET Core jóváhagyatása, adatbázis és kommunikációs protokoll kiválasztása, architektúra és adatmodell, drótvázak, leltárfolyamat, kiegészítő funkció javaslat, 10–15 oldal dokumentáció. Köszönjük, várjuk a kérdéseket.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LABOR  ·  2. ALKALOM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Leltárkezelő rendszer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Vonalkódos leltározás és hosszú távú eszköznyilvántartás egyetemi környezetben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300" dirty="0" smtClean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</a:t>
            </a:r>
            <a:r>
              <a:rPr lang="en-US" sz="1300" dirty="0" smtClean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hu-HU" sz="1300" dirty="0" smtClean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Horváth Máté</a:t>
            </a:r>
            <a:r>
              <a:rPr lang="en-US" sz="1300" dirty="0" smtClean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hu-HU" sz="1300" dirty="0" smtClean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Kiss Barnabás</a:t>
            </a:r>
          </a:p>
        </p:txBody>
      </p:sp>
      <p:sp>
        <p:nvSpPr>
          <p:cNvPr id="7" name="Shape 5"/>
          <p:cNvSpPr/>
          <p:nvPr/>
        </p:nvSpPr>
        <p:spPr>
          <a:xfrm>
            <a:off x="598932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2589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06947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2395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784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0022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3291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9765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22008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84187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854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01814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9508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19442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81621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9788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A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 4000123  ·  LSZ-00872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176272"/>
            <a:ext cx="292608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 nehéz egy egyetemi leltár?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elvárt állomány egy Excel exportban él – a valóság a termekben és a folyosókon.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8562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eszköz – több kód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szám, leltári szám, gyári szám: az eszközön bármelyik lehet.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69164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85623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szék – egy rekord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elég a „megvan / nincs meg”: darabszám, hiány és többlet kell.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42900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359359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355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Rossz körzetben került elő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8130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Érvényes eszköz, de másik körzeté – nem dobhatjuk el, rögzíteni kell.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63440" y="315468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429000"/>
            <a:ext cx="658368" cy="658368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3593592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355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Hiányzik a hely és a történet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8130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forrásban nincs szobaszám, a régi leltárak eredménye pedig elvész.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tanultunk hasonló rendszerekből?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Snipe-IT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művelet eseménynaplóba kerül; a tartozékokat külön kezeli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GLPI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82880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módosítástörténet, szervezeti egységenkénti jogosultság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6032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560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Nyilvántartott és megszámolt mennyiség egymás mellett; több vonalkód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9184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FI-AA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29184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hely és a költséghely időfüggően tárolva – innen jön az „SAP szám”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02336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Sortly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02336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Egyszerű, gyors beolvasó felület és címkegenerálás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1097280"/>
            <a:ext cx="2560320" cy="3529584"/>
          </a:xfrm>
          <a:prstGeom prst="roundRect">
            <a:avLst>
              <a:gd name="adj" fmla="val 4286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325880"/>
            <a:ext cx="594360" cy="5943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670" y="1474470"/>
            <a:ext cx="297180" cy="2971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55080" y="2057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Következtetés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246888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Egyik rendszer sem kezeli egyszerre a helyszíni, körzet- és időszakalapú vonalkódos leltárt és a hosszú távú, történeti eszköznyilvántartást.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Kik használják, és hogyan?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573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Adminisztrátor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435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Felhasználók, jogosultságok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" y="21259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Leltárfelelős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időszakok, eltérések, riportok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" y="29946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2852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Leltározó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1729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Helyszíni beolvasás, javítás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" y="386334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721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Megtekintő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egysége eszközei és riportjai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leltár életciklusa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773168" y="1645920"/>
            <a:ext cx="0" cy="2834640"/>
          </a:xfrm>
          <a:prstGeom prst="line">
            <a:avLst/>
          </a:prstGeom>
          <a:noFill/>
          <a:ln w="25400">
            <a:solidFill>
              <a:srgbClr val="C9DAD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72000" y="146304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7200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120640" y="14630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elvárt állomány az adatbázisba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572000" y="2029968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7200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Leltáridőszak nyitása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pillanatkép az elvárt állományról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0" y="2596896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57200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5120640" y="259689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 helyiségenként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vonalkód, mennyiség, hely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572000" y="3163824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572000" y="3163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5120640" y="316382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Javítás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sztornó, ismeretlen kódok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4572000" y="3730752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4572000" y="3730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5120640" y="37307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Összehasonlítás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hiány, többlet, más körzet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4572000" y="429768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572000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5120640" y="429768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Lezárás és riport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Excel export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történik egy beolvasáskor?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beolvasás esemény – semmit nem dobunk el, semmit nem törlünk.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Beolvasó mező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1F6F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▌4000123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Vonalkódolvasó  ·  Ctrl+V  ·  demó mód tesztkódokkal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332613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794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 eszköz beolvasva → </a:t>
            </a: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feltételezetten megvan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kód beolvasva → </a:t>
            </a: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közvetlenül ellenőrzött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137160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24528" y="1453896"/>
            <a:ext cx="384048" cy="38404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1549908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754880" y="13716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MEGTALÁLVA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13716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Latitude 5420  ·  112-es szoba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114800" y="2029968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24528" y="2112264"/>
            <a:ext cx="384048" cy="384048"/>
          </a:xfrm>
          <a:prstGeom prst="ellipse">
            <a:avLst/>
          </a:prstGeom>
          <a:solidFill>
            <a:srgbClr val="D9A900"/>
          </a:solidFill>
          <a:ln w="12700">
            <a:solidFill>
              <a:srgbClr val="D9A900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208276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754880" y="2029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KÖRZET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080760" y="202996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Rögzítve, de másik intézet körzetébe tartozik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114800" y="2688336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24528" y="2770632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2866644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54880" y="268833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ISMÉTELT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080760" y="268833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 beolvasva ma 10:42 – a darabszám nem nő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114800" y="3346704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224528" y="34290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540" y="3525012"/>
            <a:ext cx="192024" cy="1920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754880" y="334670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TÖBBLET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6080760" y="33467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Szék: elvárt 30 db  ·  beolvasva 31 db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114800" y="4005072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224528" y="4087368"/>
            <a:ext cx="384048" cy="38404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0540" y="4183380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754880" y="4005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ISMERETLEN KÓD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608076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 ilyen kód – rögzítve kivizsgálásra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Tervezett funkciók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971800"/>
          </a:xfrm>
          <a:prstGeom prst="roundRect">
            <a:avLst>
              <a:gd name="adj" fmla="val 344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Kötelező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kiírásból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adatbázisba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Vonalkódos leltár, demó mód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 kód, mennyiség, más körzet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Kiegészítő, helyiség, felelős, típus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Leltár-összehasonlítás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Állapotok, teljes történet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Szűrés, Excel riportok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651760" cy="2971800"/>
          </a:xfrm>
          <a:prstGeom prst="roundRect">
            <a:avLst>
              <a:gd name="adj" fmla="val 344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4408" y="109728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Életszerű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használathoz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9659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napló minden módosításról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Importhiba-riport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Sztornó indoklással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Szín- és hangjelzés beolvasáskor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„+30 db” mennyiségbevitel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Lezárt leltár zárolása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651760" cy="2971800"/>
          </a:xfrm>
          <a:prstGeom prst="roundRect">
            <a:avLst>
              <a:gd name="adj" fmla="val 344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71616" y="109728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 ötletek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54496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jóváhagyásra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659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leltár szinkronizációval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idejű, több leltározós munka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Címkegenerálás, nyomtatás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Leltárjegyzőkönyv PDF-ben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Anomália- és trendriport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kiegészítő ötletekből 1–2-t a 3. alkalmon javaslunk az oktatónak jóváhagyásra.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Első elképzelés: architektúra és adatmodell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3045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kliens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GUI, beolvasás-kezelés, megjelenítés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474720" y="105156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1216152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900" y="133045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2452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1783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Üzleti logika, jogosultság, import/export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92240" y="1051560"/>
            <a:ext cx="2194560" cy="1325880"/>
          </a:xfrm>
          <a:prstGeom prst="roundRect">
            <a:avLst>
              <a:gd name="adj" fmla="val 68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67512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133045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4204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17830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Elvárt állomány és leltáreredmény külön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2761488" y="1719072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2651760" y="1097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79008" y="1719072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669280" y="1097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adatelérés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adatmodell négy területe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5720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436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Törzsadat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9436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Eszköz, Kód, Kódtípus, Eszköztípus, Körzet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256032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69748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269748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Időszak, Elvárt tétel, Leolvasás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66344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80060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Történet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480060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Elhelyezés, Felelős, Állapotváltozás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76656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903720" y="30449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6903720" y="33832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Felhasználó, Import, Audit napló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Választott technológia: </a:t>
            </a: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kliens + ASP.NET Core szerver (oktatói jóváhagyásra)  ·  adatbázis és kommunikációs protokoll: döntés a 3. alkalomig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Munkamegosztás és következő lépések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0700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207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Kliens és UX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smtClean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4825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GUI, leltározó képernyő, demó mód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4408" y="105156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120700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14216" y="1207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és üzleti logika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smtClean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Horváth Máté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204825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Architektúra, API, leltárlogika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71616" y="105156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20700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21424" y="1207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 és minőség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254496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smtClean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Kiss Barnabás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54496" y="204825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Adatmodell, import/export, tesztelés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3. alkalomig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2461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+ ASP.NET Core jóváhagyása, adatbázis és protokoll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 v1 és ER-diagram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 képernyők drótvázai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2461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Leltározási folyamat és hibás esetek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 funkció javaslat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Dokumentáció: 10–15 oldal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1171</Words>
  <Application>Microsoft Office PowerPoint</Application>
  <PresentationFormat>Diavetítés a képernyőre (16:9 oldalarány)</PresentationFormat>
  <Paragraphs>150</Paragraphs>
  <Slides>8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Leltárkezelő rendszer – 2. alkalom</dc:title>
  <dc:subject>PptxGenJS Presentation</dc:subject>
  <dc:creator>PptxGenJS</dc:creator>
  <cp:lastModifiedBy>Home</cp:lastModifiedBy>
  <cp:revision>3</cp:revision>
  <dcterms:created xsi:type="dcterms:W3CDTF">2026-09-14T16:06:12Z</dcterms:created>
  <dcterms:modified xsi:type="dcterms:W3CDTF">2026-09-14T16:33:13Z</dcterms:modified>
</cp:coreProperties>
</file>