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343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343B"/>
                </a:solidFill>
                <a:latin typeface="Calibri"/>
              </a:rPr>
              <a:t>A 2025. évi demóleltár összehasonlítása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Tételek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Megtalált</c:v>
                  </c:pt>
                  <c:pt idx="1">
                    <c:v>Részben</c:v>
                  </c:pt>
                  <c:pt idx="2">
                    <c:v>Hiányzó</c:v>
                  </c:pt>
                  <c:pt idx="3">
                    <c:v>Többlet</c:v>
                  </c:pt>
                  <c:pt idx="4">
                    <c:v>Más körzetből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177</c:v>
                </c:pt>
                <c:pt idx="1">
                  <c:v>17</c:v>
                </c:pt>
                <c:pt idx="2">
                  <c:v>26</c:v>
                </c:pt>
                <c:pt idx="3">
                  <c:v>8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A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mp – Bárkányi Máté. Bemutatkozás: Bárkányi Máté, Horváth Máté és Kiss Barnabás; a leltározó és leltárkezelő alkalmazást fejlesztjük. Ma a teljes projektet mutatjuk be az alapoktól, a hangsúly a 4. alkalomra elkészült prototípuson van: szerver, adatbázis és tesztadatok.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Bárkányi Máté. A leltár célja: a nyilvántartásban lévő eszközök fizikailag is megvannak-e. Négy fő nehézség: több kód egy eszközön, mennyiséges tételek, más körzetben előkerülő eszközök, valamint a hely és a korábbi eredmények hiánya. Ezért nem elég egy Excel-tábla.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Horváth Máté. Öt meglévő rendszert vizsgáltunk; mindegyikből tanultunk (eseménynapló, időfüggő helyadat, elvárt és megszámolt mennyiség egymás mellett), de egyik sem fedi le a teljes feladatot. Ami nálunk új: egységes folyamat, reprodukálható leltáreredmény a pillanatkép miatt, valósághű azonosítás, a kiegészítők ellenőrzésének követése és a teljes történetiség.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mp – Bárkányi Máté. Négy szerepkör a valós leltározási folyamat alapján; a leltározó csak a számára kijelölt körzetekben dolgozhat – ez a jogosultság már az adatbázisban is megvan. Jobb oldalon a leltár életciklusa az importtól a lezárásig és a riportig.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mp – Bárkányi Máté. Ez a rendszer szíve. Az olvasó billentyűzetként ír a mezőbe; olvasó nélkül kamerával, beillesztéssel vagy demó móddal is működik. A szerver minősíti a beolvasást – megtalálva, más körzet, ismételt, többlet, ismeretlen –, mindegyik rögzül, javítani csak sztornóval lehet. Az ismételt beolvasás nem növeli a darabszámot. Ezek a szabályok már az adatbázisban is megvannak.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Horváth Máté. Három futó komponens: WPF kliens, ASP.NET Core szerver és SQL Server. A kliens HTTPS-en, REST-stílusban, JSON-nal kommunikál, a kéréseket JWT token azonosítja. A szerver rétegzett: vékony controllerek, a logika szolgáltatásokban, az adatelérés EF Core-ral. A közös Kozos projekt a kettő szerződése. Az elv: vékony kliens, okos szerver – ennek okai a dián.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Kiss Barnabás. Az adatmodell négy területre bomlik. A legfontosabb elv, hogy az elvárt állomány és a leltáreredmény külön van: a leltár nyitásakor pillanatkép készül, így egy régi leltár akkor is reprodukálható, ha a forrásadatok azóta változtak. A kódok normalizált értéke egyedi, a leolvasás esemény, a hely és a felelős érvényességi időszakkal tárolódik. A szabályokat az adatbázis is kikényszeríti: 21 megszorítás és 6 szűrt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Horváth Máté. A szerver prototípusa öt végponttal működik. Bejelentkezéskor a szerver ellenőrzi a jelszó hash-ét, és 8 órás tokent ad; minden más végpont csak tokennel érhető el. A hibák egységes, szabványos formátumban jönnek vissza, a titkos beállítások nincsenek a repóban. 13 automatikus teszt fut a valódi HTTP-csővezetéken. Élő demó: Swaggerben bejelentkezés egy demó felhasználóval, majd eszközkeresés.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Kiss Barnabás. Az első migráció az adatmodell mind a 23 tábláját létrehozza a kezdeti adatokkal együtt. A demóadatokat egy SQL-szkript tölti be: 240 eszköz 689 kóddal, helyiségek, felelősök, egy lezárt és egy folyamatban lévő leltár. A szkript determinisztikus, minden futtatás ugyanazt adja. Egy ellenőrző szkript 12 szándékosan hibás műveletet próbál ki – az adatbázis mindet a várt módon kezeli. A diagram a lezárt leltár összehasonlítását mutatja: minden kategória előállítható.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Kiss Barnabás. A GitHub Actions minden pushnál és pull requestnél lefordítja a teljes megoldást Windowson (a WPF miatt), és lefuttatja a 34 tesztet. Az adatmodell-tesztek adatbázis nélkül futnak, és azt is ellenőrzik, hogy nem maradt-e ki migráció – ezt szándékos hibával ki is próbáltuk. A valódi SQL Serveren a megszorításokat az ellenőrző szkript igazolja.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Bárkányi Máté. [KITÖLTENDŐ: a drótvázak vagy az első WPF-nézet bemutatása, a stíluskönyvtár választása, és hogy a kliens hogyan hívja a szerver végpontjait a közös Kozos projekten keresztül.]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mp – Kiss Barnabás. Kiegészítő funkciónak egy zárt kört javasolunk: a rendszer vonalkódcímkét nyomtat a hiányzó címkék helyett, a címke kamerával is beolvasható – így olvasó nélkül is lehet leltározni –, a leltár végén pedig hivatalos PDF-jegyzőkönyv készül. A könyvtárakat is kiválasztottuk. Az adatbázisban már előkészítettük: a beolvasás módjai között ott a kamera.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mindhárman egy-egy mondatban. Bárkányi Máté: kliens és felhasználói élmény. Horváth Máté: szerver, hitelesítés, API. Kiss Barnabás: adatmodell, adatbázis, tesztadatok, minőség és CI. Az 5. alkalomig: Excel import, import- és törzsadat-végpontok, szerepkör szerinti jogosultság, a WPF kliensben bejelentkezés, eszközlista és import képernyő, valamint a leltározási folyamat terve. Köszönjük, várjuk a kérdéseket.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LABOR  ·  4. ALKALOM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Leltárkezelő rendszer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Vonalkódos leltározás és hosszú távú eszköznyilvántartás egyetemi környezetben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Prototípus és proof of concept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  ·  Horváth Máté  ·  Kiss Barnabás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8932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2589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06947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2395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784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0022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3291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9765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22008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84187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854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01814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9508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19442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81621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9788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A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 40000123  ·  L-2021-0123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176272"/>
            <a:ext cx="292608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 nehéz egy egyetemi leltár?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elvárt állomány egy Excel exportban él – a valóság a termekben és a folyosókon.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8516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eszköz – több kód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szám, leltári szám, gyári szám: az eszközön bármelyik lehet.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69164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0" y="18516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szék – egy rekord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elég a „megvan / nincs meg”: darabszám, hiány és többlet kell.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306324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34975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Rossz körzetben került elő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216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Érvényes eszköz, de másik körzeté – nem dobhatjuk el, rögzíteni kell.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63440" y="306324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33756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349758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Hiányzik a hely és a történet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216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forrásban nincs szobaszám, a régi leltárak eredménye pedig elvész.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ad hozzá a rendszerünk?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23010"/>
            <a:ext cx="251460" cy="251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05156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Egységes folyamat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362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Helyszíni leltározás és nyilvántartás egy rendszerben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82880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195453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78308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Reprodukálható leltár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0939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Pillanatkép az elvárt állományról a leltár nyitásakor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56032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268605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251460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Valósághű azonosítás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2825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Bármely kód, darabszámok, más körzet, ismeretlen kód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29184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3417570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24612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Kiegészítők ellenőrzése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143000" y="35570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Közvetlenül ellenőrizve vagy csak feltételezve?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57200" y="402336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" y="4149090"/>
            <a:ext cx="251460" cy="2514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43000" y="397764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történet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43000" y="42885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Hely, felelős, állapot időbélyeggel – törlés nélkül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760720" y="1051560"/>
            <a:ext cx="2926080" cy="3520440"/>
          </a:xfrm>
          <a:prstGeom prst="roundRect">
            <a:avLst>
              <a:gd name="adj" fmla="val 3125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9893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 megvizsgáltunk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5989320" y="16002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Snipe-IT · GLPI · Odoo · SAP Asset Accounting · Sortly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5989320" y="2331720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Egyik sem kezeli egyszerre a helyszíni, körzet- és időszakalapú vonalkódos leltárt és a hosszú távú, történeti nyilvántartást – és egyik sem asztali kliens.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Kik használják, és hogyan?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2573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Adminisztrátor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435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Felhasználók, jogosultságok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" y="21259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Leltárfelelős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304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időszakok, eltérések, riportok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29946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2852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Leltározó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Helyszíni beolvasás a saját körzeteiben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" y="386334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721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Megtekintő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egysége eszközei és riportjai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leltár életciklusa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773168" y="1645920"/>
            <a:ext cx="0" cy="2834640"/>
          </a:xfrm>
          <a:prstGeom prst="line">
            <a:avLst/>
          </a:prstGeom>
          <a:noFill/>
          <a:ln w="25400">
            <a:solidFill>
              <a:srgbClr val="C9DAD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72000" y="146304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7200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120640" y="14630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elvárt állomány az adatbázisba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572000" y="201168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7200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201168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Leltáridőszak nyitása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pillanatkép az elvárt állományról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0" y="256032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57200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5120640" y="25603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 helyiségenként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vonalkód, mennyiség, hely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572000" y="310896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572000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5120640" y="310896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Javítás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sztornó, ismeretlen kódok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4572000" y="365760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4572000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5120640" y="365760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Összehasonlítás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hiány, többlet, más körzet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4572000" y="420624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57200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5120640" y="42062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Lezárás és riport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Excel export, jegyzőkönyv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történik egy beolvasáskor?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beolvasás esemény – semmit nem dobunk el, semmit nem törlünk.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Beolvasó mező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1F6F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▌40000123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Vonalkódolvasó  ·  kamera  ·  Ctrl+V  ·  demó mód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332613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794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 eszköz beolvasva →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feltételezetten megvan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kód beolvasva →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közvetlenül ellenőrzött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1371600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24528" y="1453896"/>
            <a:ext cx="384048" cy="38404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1549908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754880" y="13716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MEGTALÁLVA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13716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OptiPlex 7010  ·  A-102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114800" y="2029968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24528" y="2112264"/>
            <a:ext cx="384048" cy="384048"/>
          </a:xfrm>
          <a:prstGeom prst="ellipse">
            <a:avLst/>
          </a:prstGeom>
          <a:solidFill>
            <a:srgbClr val="D9A900"/>
          </a:solidFill>
          <a:ln w="12700">
            <a:solidFill>
              <a:srgbClr val="D9A90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2208276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754880" y="2029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KÖRZET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080760" y="202996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Rögzítve, de másik körzetbe tartozik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114800" y="2688336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24528" y="2770632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2866644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54880" y="268833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ISMÉTELT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080760" y="268833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 beolvasva – a darabszám nem nő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114800" y="3346704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224528" y="34290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3525012"/>
            <a:ext cx="192024" cy="1920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754880" y="334670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TÖBBLET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6080760" y="33467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Székkészlet: elvárt 30  ·  beolvasva 32 db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114800" y="4005072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224528" y="4087368"/>
            <a:ext cx="384048" cy="38404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4183380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754880" y="4005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ISMERETLEN KÓD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608076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 ilyen kód – rögzítve kivizsgálásra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Architektúra: vékony kliens, okos szerver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3045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kliens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XAML nézetek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CommunityToolkit.Mvvm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Beolvasás-kezelő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474720" y="105156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1216152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133045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2452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18288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Controllerek → szolgáltatások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szerepkörök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Egységes hibaformátum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92240" y="105156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67512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0" y="133045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4204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18288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Core, migrációk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tábla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Szabályok az adatbázisban is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2761488" y="1920240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2606040" y="12801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REST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· token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79008" y="1920240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623560" y="12801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57200" y="3154680"/>
            <a:ext cx="5212080" cy="777240"/>
          </a:xfrm>
          <a:prstGeom prst="roundRect">
            <a:avLst>
              <a:gd name="adj" fmla="val 11765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0080" y="31546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Kozos projekt  </a:t>
            </a:r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DTO-k, felsorolások, API-útvonalak – a kliens és a szerver ugyanazt a szerződést használja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852160" y="315468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035040" y="31546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(LTS)  </a:t>
            </a:r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mindkét oldalon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üzleti szabály a szerveren fut: egy helyen van megvalósítva és tesztelve, és a jogosultság csak ott kényszeríthető ki megbízhatóan.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Adatmodell: az elvárt és a tényleges külön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Törzsadat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Eszköz, Kód, Kódtípus, Eszköztípus, Körzet, Állapot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10515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5087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Időszak, Elvárt tétel (pillanatkép), Leolvasás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Történet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Elhelyezés, Felelős, Állapotváltozás, Kiegészítő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9184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395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Felhasználó, Szerepkör, Import, Audit napló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118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 kód egy eszközhöz, normalizált és egyedi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leolvasás esemény, javítás sztornóval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 és felelős érvényességi időszakkal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051560"/>
            <a:ext cx="2377440" cy="3566160"/>
          </a:xfrm>
          <a:prstGeom prst="roundRect">
            <a:avLst>
              <a:gd name="adj" fmla="val 3846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1188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tábla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megszorítás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383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931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szűrt egyedi index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Prototípus: a szerver működik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515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51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/api/allapot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051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és adatbázis állapota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61848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1848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/api/auth/login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61848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 → token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185416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18541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18541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/api/auth/en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218541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bejelentkezett felhasználó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752344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5234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/api/eszkozok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keresés, körzetszűrés, lapozás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319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3192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/api/eszkozok/{id}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3192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részletek, minden kód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105156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 csak sózott hash-ként (PBKDF2)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Alapból minden végpont védett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Egységes, szabványos hibaválasz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Titkok a repón kívül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0" y="324612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264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API-teszt a valódi HTTP-csővezetéken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023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Kipróbálható Swaggerben: bejelentkezés, majd az eszközlista lekérése a demóadatokon.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 és tesztadatok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Első migráció a teljes sémával, determinisztikus demóadatok, SQL Serveren kipróbálva.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eszközkód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leolvasás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megszorítás-ellenőrzés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11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lezárt (2025) és egy folyamatban lévő (2026) leltár, minden eltéréstípusra példával.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389120" y="1234440"/>
          <a:ext cx="42976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Minőség: minden változás ellenőrizve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5568" y="1216152"/>
            <a:ext cx="512064" cy="512064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344168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vagy pull request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304288" y="1709928"/>
            <a:ext cx="23774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56032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18688" y="1216152"/>
            <a:ext cx="512064" cy="512064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34416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5176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Fordítás Windowson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407408" y="1709928"/>
            <a:ext cx="23774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66344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321808" y="1216152"/>
            <a:ext cx="512064" cy="512064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824" y="1344168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5488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automatikus teszt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510528" y="1709928"/>
            <a:ext cx="23774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676656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424928" y="1216152"/>
            <a:ext cx="512064" cy="51206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44" y="1344168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Zöld: összevonható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57200" y="260604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4008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000" dirty="0"/>
          </a:p>
        </p:txBody>
      </p:sp>
      <p:sp>
        <p:nvSpPr>
          <p:cNvPr id="24" name="Text 18"/>
          <p:cNvSpPr txBox="1"/>
          <p:nvPr/>
        </p:nvSpPr>
        <p:spPr>
          <a:xfrm>
            <a:off x="14173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adatmodell-teszt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333756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Szűrt indexek, megszorítások, törlési szabályok – és hogy a migráció naprakész-e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264408" y="260604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44728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8" name="Text 22"/>
          <p:cNvSpPr txBox="1"/>
          <p:nvPr/>
        </p:nvSpPr>
        <p:spPr>
          <a:xfrm>
            <a:off x="4224528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API-teszt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3447288" y="333756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Bejelentkezés, jogosultság, keresés, lapozás, hibakezelés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071616" y="260604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254496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32" name="Text 26"/>
          <p:cNvSpPr txBox="1"/>
          <p:nvPr/>
        </p:nvSpPr>
        <p:spPr>
          <a:xfrm>
            <a:off x="70317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SQL-ellenőrzés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254496" y="333756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megszorítások valódi SQL Serveren (kézzel futtatva, visszagörgetve)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kliens (WPF)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Tervezett képernyők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Eszközlista szűrőkkel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 (beolvasó képernyő)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Leltár-összehasonlítás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Riportok, törzsadatok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840480" y="105156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EEF4F5"/>
          </a:solidFill>
          <a:ln w="19050">
            <a:solidFill>
              <a:srgbClr val="5B6B73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4114800" y="22860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kerül: képernyőterv vagy képernyőkép az első WPF-nézetről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(kitölti: Bárkányi Máté)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 funkció: címkétől a jegyzőkönyvig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Javaslat – oktatói jóváhagyásra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94360" cy="59436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670" y="170307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Címkegenerálás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Hiányzó vagy sérült címke pótlása, helyiségcímkék, PDF címkeív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QuestPDF + ZXing.Net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44952" y="2788920"/>
            <a:ext cx="219456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291840" y="13716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4720" y="1554480"/>
            <a:ext cx="594360" cy="59436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310" y="1703070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7472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Kamerás beolvasás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47472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Bármely gép leltározóeszköz, QR-kód is, olvasó nélkül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47472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OpenCvSharp4 + ZXing.Net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879592" y="2788920"/>
            <a:ext cx="219456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13716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554480"/>
            <a:ext cx="594360" cy="59436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950" y="1703070"/>
            <a:ext cx="297180" cy="2971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093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Leltárjegyzőkönyv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30936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Lezárt leltárról, eltéréslistával, aláírási helyekkel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QuestPDF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két rész egymás tesztanyagát adja: a nyomtatott címkével mérhető a kamerás felismerés.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Munkamegosztás és következő lépések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Kliens és UX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4408" y="10515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Horváth Máté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41648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és üzleti logika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10515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Kiss Barnabás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48856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 és minőség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5. alkalomig: forrásadatok és alapadatbázis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69748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ClosedXML-lel, importnapló (C)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 és törzsadat-végpontok (B)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 szerinti jogosultság (B)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69748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WPF: bejelentkezés, eszközlista szűrőkkel (A)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képernyő a kliensben (A)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Leltározási folyamat terve (B)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Leltárkezelő rendszer – 4. alkalom</dc:title>
  <dc:subject>PptxGenJS Presentation</dc:subject>
  <dc:creator>PptxGenJS</dc:creator>
  <cp:lastModifiedBy>PptxGenJS</cp:lastModifiedBy>
  <cp:revision>1</cp:revision>
  <dcterms:created xsi:type="dcterms:W3CDTF">2026-09-29T09:36:38Z</dcterms:created>
  <dcterms:modified xsi:type="dcterms:W3CDTF">2026-09-29T09:36:38Z</dcterms:modified>
</cp:coreProperties>
</file>